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7"/>
  </p:normalViewPr>
  <p:slideViewPr>
    <p:cSldViewPr snapToGrid="0">
      <p:cViewPr varScale="1">
        <p:scale>
          <a:sx n="88" d="100"/>
          <a:sy n="88" d="100"/>
        </p:scale>
        <p:origin x="1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822130-B722-4277-AF9E-521BA15FFE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A4D76D5-2FEF-4FE2-B9F0-708BAE46A76B}">
      <dgm:prSet/>
      <dgm:spPr/>
      <dgm:t>
        <a:bodyPr/>
        <a:lstStyle/>
        <a:p>
          <a:r>
            <a:rPr lang="en-US"/>
            <a:t>Allows entry of not only score but also stats such as greens in regulation, if the fairway was hit, and putts </a:t>
          </a:r>
        </a:p>
      </dgm:t>
    </dgm:pt>
    <dgm:pt modelId="{09DAC1CC-E1DF-4351-87C6-3FBE9B88F7C8}" type="parTrans" cxnId="{CA258301-A0EB-4F5F-A802-ACACD109F54A}">
      <dgm:prSet/>
      <dgm:spPr/>
      <dgm:t>
        <a:bodyPr/>
        <a:lstStyle/>
        <a:p>
          <a:endParaRPr lang="en-US"/>
        </a:p>
      </dgm:t>
    </dgm:pt>
    <dgm:pt modelId="{7EE2430D-2FD5-438B-B064-F61028182558}" type="sibTrans" cxnId="{CA258301-A0EB-4F5F-A802-ACACD109F54A}">
      <dgm:prSet/>
      <dgm:spPr/>
      <dgm:t>
        <a:bodyPr/>
        <a:lstStyle/>
        <a:p>
          <a:endParaRPr lang="en-US"/>
        </a:p>
      </dgm:t>
    </dgm:pt>
    <dgm:pt modelId="{E90C8188-8796-42AE-BDCC-D79C8E888BB3}">
      <dgm:prSet/>
      <dgm:spPr/>
      <dgm:t>
        <a:bodyPr/>
        <a:lstStyle/>
        <a:p>
          <a:r>
            <a:rPr lang="en-US"/>
            <a:t>Long term storage of scores and statistics that allow the user to track progress over long periods of time and see the trends in specific parts of their game </a:t>
          </a:r>
        </a:p>
      </dgm:t>
    </dgm:pt>
    <dgm:pt modelId="{1E365030-175B-4CEE-8246-C48B9F3AA6F6}" type="parTrans" cxnId="{12213E2B-7FC6-47D4-951C-F97AC4B675C9}">
      <dgm:prSet/>
      <dgm:spPr/>
      <dgm:t>
        <a:bodyPr/>
        <a:lstStyle/>
        <a:p>
          <a:endParaRPr lang="en-US"/>
        </a:p>
      </dgm:t>
    </dgm:pt>
    <dgm:pt modelId="{DDD05964-8F4F-443F-8B3C-468D4CE8F0F9}" type="sibTrans" cxnId="{12213E2B-7FC6-47D4-951C-F97AC4B675C9}">
      <dgm:prSet/>
      <dgm:spPr/>
      <dgm:t>
        <a:bodyPr/>
        <a:lstStyle/>
        <a:p>
          <a:endParaRPr lang="en-US"/>
        </a:p>
      </dgm:t>
    </dgm:pt>
    <dgm:pt modelId="{719F9794-0484-4445-89A8-007E00F5BA4F}">
      <dgm:prSet/>
      <dgm:spPr/>
      <dgm:t>
        <a:bodyPr/>
        <a:lstStyle/>
        <a:p>
          <a:r>
            <a:rPr lang="en-US"/>
            <a:t>Incorporate some sort of inference model to analyze the statistics of a player’s game and recommend areas to work on and/or how to improve those areas </a:t>
          </a:r>
        </a:p>
      </dgm:t>
    </dgm:pt>
    <dgm:pt modelId="{F8C1069C-C83E-450B-87B8-4ECBB50726A9}" type="parTrans" cxnId="{0E233ED3-8AD2-443A-B218-61CB3DB63BDC}">
      <dgm:prSet/>
      <dgm:spPr/>
      <dgm:t>
        <a:bodyPr/>
        <a:lstStyle/>
        <a:p>
          <a:endParaRPr lang="en-US"/>
        </a:p>
      </dgm:t>
    </dgm:pt>
    <dgm:pt modelId="{51191A32-2027-4B7D-8ECF-876E8F56FA49}" type="sibTrans" cxnId="{0E233ED3-8AD2-443A-B218-61CB3DB63BDC}">
      <dgm:prSet/>
      <dgm:spPr/>
      <dgm:t>
        <a:bodyPr/>
        <a:lstStyle/>
        <a:p>
          <a:endParaRPr lang="en-US"/>
        </a:p>
      </dgm:t>
    </dgm:pt>
    <dgm:pt modelId="{A4FC0068-7A68-461C-B77E-FEFAA538FC06}" type="pres">
      <dgm:prSet presAssocID="{5A822130-B722-4277-AF9E-521BA15FFE7C}" presName="root" presStyleCnt="0">
        <dgm:presLayoutVars>
          <dgm:dir/>
          <dgm:resizeHandles val="exact"/>
        </dgm:presLayoutVars>
      </dgm:prSet>
      <dgm:spPr/>
    </dgm:pt>
    <dgm:pt modelId="{6BF9549C-9195-4E27-ADE1-D4B9BFCB5272}" type="pres">
      <dgm:prSet presAssocID="{EA4D76D5-2FEF-4FE2-B9F0-708BAE46A76B}" presName="compNode" presStyleCnt="0"/>
      <dgm:spPr/>
    </dgm:pt>
    <dgm:pt modelId="{E71EFE3B-471A-4210-9CB6-57A6219907AF}" type="pres">
      <dgm:prSet presAssocID="{EA4D76D5-2FEF-4FE2-B9F0-708BAE46A76B}" presName="bgRect" presStyleLbl="bgShp" presStyleIdx="0" presStyleCnt="3"/>
      <dgm:spPr/>
    </dgm:pt>
    <dgm:pt modelId="{029C169A-FB63-424E-9016-0E2473F00508}" type="pres">
      <dgm:prSet presAssocID="{EA4D76D5-2FEF-4FE2-B9F0-708BAE46A7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f"/>
        </a:ext>
      </dgm:extLst>
    </dgm:pt>
    <dgm:pt modelId="{FBB3B784-4280-4FEB-A9B0-DB868991F64E}" type="pres">
      <dgm:prSet presAssocID="{EA4D76D5-2FEF-4FE2-B9F0-708BAE46A76B}" presName="spaceRect" presStyleCnt="0"/>
      <dgm:spPr/>
    </dgm:pt>
    <dgm:pt modelId="{2BD6657D-C1A7-492A-A9CF-56AE80A4F824}" type="pres">
      <dgm:prSet presAssocID="{EA4D76D5-2FEF-4FE2-B9F0-708BAE46A76B}" presName="parTx" presStyleLbl="revTx" presStyleIdx="0" presStyleCnt="3">
        <dgm:presLayoutVars>
          <dgm:chMax val="0"/>
          <dgm:chPref val="0"/>
        </dgm:presLayoutVars>
      </dgm:prSet>
      <dgm:spPr/>
    </dgm:pt>
    <dgm:pt modelId="{38DCE109-9B6B-46A5-9AF0-B1559E9E882F}" type="pres">
      <dgm:prSet presAssocID="{7EE2430D-2FD5-438B-B064-F61028182558}" presName="sibTrans" presStyleCnt="0"/>
      <dgm:spPr/>
    </dgm:pt>
    <dgm:pt modelId="{DD385D05-417A-451B-AFB7-34F1E15F3F8C}" type="pres">
      <dgm:prSet presAssocID="{E90C8188-8796-42AE-BDCC-D79C8E888BB3}" presName="compNode" presStyleCnt="0"/>
      <dgm:spPr/>
    </dgm:pt>
    <dgm:pt modelId="{E73A49AD-67B5-4FB0-B61C-AC62A32761D6}" type="pres">
      <dgm:prSet presAssocID="{E90C8188-8796-42AE-BDCC-D79C8E888BB3}" presName="bgRect" presStyleLbl="bgShp" presStyleIdx="1" presStyleCnt="3"/>
      <dgm:spPr/>
    </dgm:pt>
    <dgm:pt modelId="{C248C835-563E-4B77-8B18-C44BBCB14276}" type="pres">
      <dgm:prSet presAssocID="{E90C8188-8796-42AE-BDCC-D79C8E888B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7C7ACC8-6DE2-45AB-B8F5-0190E1FE72F2}" type="pres">
      <dgm:prSet presAssocID="{E90C8188-8796-42AE-BDCC-D79C8E888BB3}" presName="spaceRect" presStyleCnt="0"/>
      <dgm:spPr/>
    </dgm:pt>
    <dgm:pt modelId="{C8B00C7C-C0F9-4666-A9B8-B674DE907E66}" type="pres">
      <dgm:prSet presAssocID="{E90C8188-8796-42AE-BDCC-D79C8E888BB3}" presName="parTx" presStyleLbl="revTx" presStyleIdx="1" presStyleCnt="3">
        <dgm:presLayoutVars>
          <dgm:chMax val="0"/>
          <dgm:chPref val="0"/>
        </dgm:presLayoutVars>
      </dgm:prSet>
      <dgm:spPr/>
    </dgm:pt>
    <dgm:pt modelId="{14696E61-EB06-4C6B-A27C-B98961ED6D48}" type="pres">
      <dgm:prSet presAssocID="{DDD05964-8F4F-443F-8B3C-468D4CE8F0F9}" presName="sibTrans" presStyleCnt="0"/>
      <dgm:spPr/>
    </dgm:pt>
    <dgm:pt modelId="{C9A7655A-49E7-4717-BFFA-4F498E736571}" type="pres">
      <dgm:prSet presAssocID="{719F9794-0484-4445-89A8-007E00F5BA4F}" presName="compNode" presStyleCnt="0"/>
      <dgm:spPr/>
    </dgm:pt>
    <dgm:pt modelId="{BC21186B-FAE4-45E0-8BED-45470CF369F9}" type="pres">
      <dgm:prSet presAssocID="{719F9794-0484-4445-89A8-007E00F5BA4F}" presName="bgRect" presStyleLbl="bgShp" presStyleIdx="2" presStyleCnt="3"/>
      <dgm:spPr/>
    </dgm:pt>
    <dgm:pt modelId="{960381AD-7004-4DF6-ABD4-64F305ECF717}" type="pres">
      <dgm:prSet presAssocID="{719F9794-0484-4445-89A8-007E00F5BA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780537AC-664C-410E-B81C-149AA01984FF}" type="pres">
      <dgm:prSet presAssocID="{719F9794-0484-4445-89A8-007E00F5BA4F}" presName="spaceRect" presStyleCnt="0"/>
      <dgm:spPr/>
    </dgm:pt>
    <dgm:pt modelId="{BE91617E-2D0B-4CF8-A08A-D8856B4B0840}" type="pres">
      <dgm:prSet presAssocID="{719F9794-0484-4445-89A8-007E00F5BA4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A258301-A0EB-4F5F-A802-ACACD109F54A}" srcId="{5A822130-B722-4277-AF9E-521BA15FFE7C}" destId="{EA4D76D5-2FEF-4FE2-B9F0-708BAE46A76B}" srcOrd="0" destOrd="0" parTransId="{09DAC1CC-E1DF-4351-87C6-3FBE9B88F7C8}" sibTransId="{7EE2430D-2FD5-438B-B064-F61028182558}"/>
    <dgm:cxn modelId="{12213E2B-7FC6-47D4-951C-F97AC4B675C9}" srcId="{5A822130-B722-4277-AF9E-521BA15FFE7C}" destId="{E90C8188-8796-42AE-BDCC-D79C8E888BB3}" srcOrd="1" destOrd="0" parTransId="{1E365030-175B-4CEE-8246-C48B9F3AA6F6}" sibTransId="{DDD05964-8F4F-443F-8B3C-468D4CE8F0F9}"/>
    <dgm:cxn modelId="{35D75935-BBF3-4501-958E-6D6F073E12FD}" type="presOf" srcId="{5A822130-B722-4277-AF9E-521BA15FFE7C}" destId="{A4FC0068-7A68-461C-B77E-FEFAA538FC06}" srcOrd="0" destOrd="0" presId="urn:microsoft.com/office/officeart/2018/2/layout/IconVerticalSolidList"/>
    <dgm:cxn modelId="{839F9E66-0E99-49C2-BD37-57123566558B}" type="presOf" srcId="{EA4D76D5-2FEF-4FE2-B9F0-708BAE46A76B}" destId="{2BD6657D-C1A7-492A-A9CF-56AE80A4F824}" srcOrd="0" destOrd="0" presId="urn:microsoft.com/office/officeart/2018/2/layout/IconVerticalSolidList"/>
    <dgm:cxn modelId="{CEEA8FAE-AD96-4934-928D-2CE642AFDF8F}" type="presOf" srcId="{719F9794-0484-4445-89A8-007E00F5BA4F}" destId="{BE91617E-2D0B-4CF8-A08A-D8856B4B0840}" srcOrd="0" destOrd="0" presId="urn:microsoft.com/office/officeart/2018/2/layout/IconVerticalSolidList"/>
    <dgm:cxn modelId="{84B120BC-4080-4108-9437-2240D36834B4}" type="presOf" srcId="{E90C8188-8796-42AE-BDCC-D79C8E888BB3}" destId="{C8B00C7C-C0F9-4666-A9B8-B674DE907E66}" srcOrd="0" destOrd="0" presId="urn:microsoft.com/office/officeart/2018/2/layout/IconVerticalSolidList"/>
    <dgm:cxn modelId="{0E233ED3-8AD2-443A-B218-61CB3DB63BDC}" srcId="{5A822130-B722-4277-AF9E-521BA15FFE7C}" destId="{719F9794-0484-4445-89A8-007E00F5BA4F}" srcOrd="2" destOrd="0" parTransId="{F8C1069C-C83E-450B-87B8-4ECBB50726A9}" sibTransId="{51191A32-2027-4B7D-8ECF-876E8F56FA49}"/>
    <dgm:cxn modelId="{1435CCE7-8E87-4A99-BBB6-658FF6E8BD44}" type="presParOf" srcId="{A4FC0068-7A68-461C-B77E-FEFAA538FC06}" destId="{6BF9549C-9195-4E27-ADE1-D4B9BFCB5272}" srcOrd="0" destOrd="0" presId="urn:microsoft.com/office/officeart/2018/2/layout/IconVerticalSolidList"/>
    <dgm:cxn modelId="{4E2E0419-29B1-4F6C-B373-11358B76318B}" type="presParOf" srcId="{6BF9549C-9195-4E27-ADE1-D4B9BFCB5272}" destId="{E71EFE3B-471A-4210-9CB6-57A6219907AF}" srcOrd="0" destOrd="0" presId="urn:microsoft.com/office/officeart/2018/2/layout/IconVerticalSolidList"/>
    <dgm:cxn modelId="{241CC1FF-D36A-47E0-8B66-7304F5851B1E}" type="presParOf" srcId="{6BF9549C-9195-4E27-ADE1-D4B9BFCB5272}" destId="{029C169A-FB63-424E-9016-0E2473F00508}" srcOrd="1" destOrd="0" presId="urn:microsoft.com/office/officeart/2018/2/layout/IconVerticalSolidList"/>
    <dgm:cxn modelId="{AFC77121-F582-4125-8C60-B3F1A6C61F85}" type="presParOf" srcId="{6BF9549C-9195-4E27-ADE1-D4B9BFCB5272}" destId="{FBB3B784-4280-4FEB-A9B0-DB868991F64E}" srcOrd="2" destOrd="0" presId="urn:microsoft.com/office/officeart/2018/2/layout/IconVerticalSolidList"/>
    <dgm:cxn modelId="{820941A3-BCF6-4A56-8C31-A27F766E23BA}" type="presParOf" srcId="{6BF9549C-9195-4E27-ADE1-D4B9BFCB5272}" destId="{2BD6657D-C1A7-492A-A9CF-56AE80A4F824}" srcOrd="3" destOrd="0" presId="urn:microsoft.com/office/officeart/2018/2/layout/IconVerticalSolidList"/>
    <dgm:cxn modelId="{0A1A406D-820A-42A6-AD76-DBF15FDF3715}" type="presParOf" srcId="{A4FC0068-7A68-461C-B77E-FEFAA538FC06}" destId="{38DCE109-9B6B-46A5-9AF0-B1559E9E882F}" srcOrd="1" destOrd="0" presId="urn:microsoft.com/office/officeart/2018/2/layout/IconVerticalSolidList"/>
    <dgm:cxn modelId="{203EB771-7CF5-407E-B982-6C7FE024F18F}" type="presParOf" srcId="{A4FC0068-7A68-461C-B77E-FEFAA538FC06}" destId="{DD385D05-417A-451B-AFB7-34F1E15F3F8C}" srcOrd="2" destOrd="0" presId="urn:microsoft.com/office/officeart/2018/2/layout/IconVerticalSolidList"/>
    <dgm:cxn modelId="{5E439AC0-7165-441E-B4B6-70210B4E9C38}" type="presParOf" srcId="{DD385D05-417A-451B-AFB7-34F1E15F3F8C}" destId="{E73A49AD-67B5-4FB0-B61C-AC62A32761D6}" srcOrd="0" destOrd="0" presId="urn:microsoft.com/office/officeart/2018/2/layout/IconVerticalSolidList"/>
    <dgm:cxn modelId="{B03DB653-4A99-4110-BEE5-AF08E51A6043}" type="presParOf" srcId="{DD385D05-417A-451B-AFB7-34F1E15F3F8C}" destId="{C248C835-563E-4B77-8B18-C44BBCB14276}" srcOrd="1" destOrd="0" presId="urn:microsoft.com/office/officeart/2018/2/layout/IconVerticalSolidList"/>
    <dgm:cxn modelId="{D2E2E947-1B5C-46F9-83E9-851E223CFAE6}" type="presParOf" srcId="{DD385D05-417A-451B-AFB7-34F1E15F3F8C}" destId="{77C7ACC8-6DE2-45AB-B8F5-0190E1FE72F2}" srcOrd="2" destOrd="0" presId="urn:microsoft.com/office/officeart/2018/2/layout/IconVerticalSolidList"/>
    <dgm:cxn modelId="{2DBA475C-2060-435C-845A-E4F69BDD7182}" type="presParOf" srcId="{DD385D05-417A-451B-AFB7-34F1E15F3F8C}" destId="{C8B00C7C-C0F9-4666-A9B8-B674DE907E66}" srcOrd="3" destOrd="0" presId="urn:microsoft.com/office/officeart/2018/2/layout/IconVerticalSolidList"/>
    <dgm:cxn modelId="{AC40FF02-E0FC-4B71-A1E4-94F063B26F78}" type="presParOf" srcId="{A4FC0068-7A68-461C-B77E-FEFAA538FC06}" destId="{14696E61-EB06-4C6B-A27C-B98961ED6D48}" srcOrd="3" destOrd="0" presId="urn:microsoft.com/office/officeart/2018/2/layout/IconVerticalSolidList"/>
    <dgm:cxn modelId="{5749EE67-2671-4EB0-8AB5-B7CBF0F39770}" type="presParOf" srcId="{A4FC0068-7A68-461C-B77E-FEFAA538FC06}" destId="{C9A7655A-49E7-4717-BFFA-4F498E736571}" srcOrd="4" destOrd="0" presId="urn:microsoft.com/office/officeart/2018/2/layout/IconVerticalSolidList"/>
    <dgm:cxn modelId="{98CE9ABE-5B2E-49F6-831E-DEEAE872DDD0}" type="presParOf" srcId="{C9A7655A-49E7-4717-BFFA-4F498E736571}" destId="{BC21186B-FAE4-45E0-8BED-45470CF369F9}" srcOrd="0" destOrd="0" presId="urn:microsoft.com/office/officeart/2018/2/layout/IconVerticalSolidList"/>
    <dgm:cxn modelId="{4BF60A1C-C460-4506-A6CD-1586E6ED0351}" type="presParOf" srcId="{C9A7655A-49E7-4717-BFFA-4F498E736571}" destId="{960381AD-7004-4DF6-ABD4-64F305ECF717}" srcOrd="1" destOrd="0" presId="urn:microsoft.com/office/officeart/2018/2/layout/IconVerticalSolidList"/>
    <dgm:cxn modelId="{76D0EB78-4558-4365-8723-137813217AE6}" type="presParOf" srcId="{C9A7655A-49E7-4717-BFFA-4F498E736571}" destId="{780537AC-664C-410E-B81C-149AA01984FF}" srcOrd="2" destOrd="0" presId="urn:microsoft.com/office/officeart/2018/2/layout/IconVerticalSolidList"/>
    <dgm:cxn modelId="{037D983A-7820-4436-A09E-9C9210F494C5}" type="presParOf" srcId="{C9A7655A-49E7-4717-BFFA-4F498E736571}" destId="{BE91617E-2D0B-4CF8-A08A-D8856B4B08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5B5953-3445-4A2B-9F47-094F347F4A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952B808-6B2A-4CA3-BF80-1777ED80BFD1}">
      <dgm:prSet/>
      <dgm:spPr/>
      <dgm:t>
        <a:bodyPr/>
        <a:lstStyle/>
        <a:p>
          <a:r>
            <a:rPr lang="en-US"/>
            <a:t>Incorporate some sort of database of golf course information so that users have the ability to track data on any course they play</a:t>
          </a:r>
        </a:p>
      </dgm:t>
    </dgm:pt>
    <dgm:pt modelId="{9E3A75B5-1749-4982-8B43-BA47B3F9C045}" type="parTrans" cxnId="{10E79E76-EA4C-4596-9E1C-0F403AD2AC66}">
      <dgm:prSet/>
      <dgm:spPr/>
      <dgm:t>
        <a:bodyPr/>
        <a:lstStyle/>
        <a:p>
          <a:endParaRPr lang="en-US"/>
        </a:p>
      </dgm:t>
    </dgm:pt>
    <dgm:pt modelId="{572BA94F-DFF4-43F8-B395-B962031A9C38}" type="sibTrans" cxnId="{10E79E76-EA4C-4596-9E1C-0F403AD2AC66}">
      <dgm:prSet/>
      <dgm:spPr/>
      <dgm:t>
        <a:bodyPr/>
        <a:lstStyle/>
        <a:p>
          <a:endParaRPr lang="en-US"/>
        </a:p>
      </dgm:t>
    </dgm:pt>
    <dgm:pt modelId="{12F7345F-6F3C-4C94-8F2B-61F5D99FB662}">
      <dgm:prSet/>
      <dgm:spPr/>
      <dgm:t>
        <a:bodyPr/>
        <a:lstStyle/>
        <a:p>
          <a:r>
            <a:rPr lang="en-US" dirty="0"/>
            <a:t>Allow the user to add notes to each hole if there was some sort of circumstance that affected the hole (</a:t>
          </a:r>
          <a:r>
            <a:rPr lang="en-US" dirty="0" err="1"/>
            <a:t>eg.</a:t>
          </a:r>
          <a:r>
            <a:rPr lang="en-US" dirty="0"/>
            <a:t> Ball was in a divot on approach shot, bounced off a sprinkler head on the approach and would’ve been on the green) and allow the inference model to take this into account  when providing feedback on a round </a:t>
          </a:r>
        </a:p>
      </dgm:t>
    </dgm:pt>
    <dgm:pt modelId="{A73A96E9-7B3A-4F84-A49E-33D7D0781C94}" type="parTrans" cxnId="{A6AA7141-B956-4CF6-9313-DE0757E24C34}">
      <dgm:prSet/>
      <dgm:spPr/>
      <dgm:t>
        <a:bodyPr/>
        <a:lstStyle/>
        <a:p>
          <a:endParaRPr lang="en-US"/>
        </a:p>
      </dgm:t>
    </dgm:pt>
    <dgm:pt modelId="{FA6A0A62-F21B-4745-9D16-45345AF8BCB7}" type="sibTrans" cxnId="{A6AA7141-B956-4CF6-9313-DE0757E24C34}">
      <dgm:prSet/>
      <dgm:spPr/>
      <dgm:t>
        <a:bodyPr/>
        <a:lstStyle/>
        <a:p>
          <a:endParaRPr lang="en-US"/>
        </a:p>
      </dgm:t>
    </dgm:pt>
    <dgm:pt modelId="{F813FE6E-19EB-4489-A124-93C6B8A44B9D}" type="pres">
      <dgm:prSet presAssocID="{775B5953-3445-4A2B-9F47-094F347F4A31}" presName="root" presStyleCnt="0">
        <dgm:presLayoutVars>
          <dgm:dir/>
          <dgm:resizeHandles val="exact"/>
        </dgm:presLayoutVars>
      </dgm:prSet>
      <dgm:spPr/>
    </dgm:pt>
    <dgm:pt modelId="{59247472-8125-4A5A-A2C4-918EDE5CC95C}" type="pres">
      <dgm:prSet presAssocID="{F952B808-6B2A-4CA3-BF80-1777ED80BFD1}" presName="compNode" presStyleCnt="0"/>
      <dgm:spPr/>
    </dgm:pt>
    <dgm:pt modelId="{BD5DC509-5AEB-4F37-B57A-9BBFA32CE7D1}" type="pres">
      <dgm:prSet presAssocID="{F952B808-6B2A-4CA3-BF80-1777ED80BFD1}" presName="bgRect" presStyleLbl="bgShp" presStyleIdx="0" presStyleCnt="2"/>
      <dgm:spPr/>
    </dgm:pt>
    <dgm:pt modelId="{94F41D03-1982-45E6-AD16-2C50D40D5FB4}" type="pres">
      <dgm:prSet presAssocID="{F952B808-6B2A-4CA3-BF80-1777ED80BFD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f"/>
        </a:ext>
      </dgm:extLst>
    </dgm:pt>
    <dgm:pt modelId="{02BCDC26-056A-43B7-9A18-B3353788E218}" type="pres">
      <dgm:prSet presAssocID="{F952B808-6B2A-4CA3-BF80-1777ED80BFD1}" presName="spaceRect" presStyleCnt="0"/>
      <dgm:spPr/>
    </dgm:pt>
    <dgm:pt modelId="{D729F28E-EB77-4F40-A441-0FD8498156C6}" type="pres">
      <dgm:prSet presAssocID="{F952B808-6B2A-4CA3-BF80-1777ED80BFD1}" presName="parTx" presStyleLbl="revTx" presStyleIdx="0" presStyleCnt="2">
        <dgm:presLayoutVars>
          <dgm:chMax val="0"/>
          <dgm:chPref val="0"/>
        </dgm:presLayoutVars>
      </dgm:prSet>
      <dgm:spPr/>
    </dgm:pt>
    <dgm:pt modelId="{A7876655-B2AA-4743-9397-F1E1D816A264}" type="pres">
      <dgm:prSet presAssocID="{572BA94F-DFF4-43F8-B395-B962031A9C38}" presName="sibTrans" presStyleCnt="0"/>
      <dgm:spPr/>
    </dgm:pt>
    <dgm:pt modelId="{A9C9DB2A-73CF-40E6-9CB3-94D1D49FE508}" type="pres">
      <dgm:prSet presAssocID="{12F7345F-6F3C-4C94-8F2B-61F5D99FB662}" presName="compNode" presStyleCnt="0"/>
      <dgm:spPr/>
    </dgm:pt>
    <dgm:pt modelId="{B4C56DA2-0BA4-437B-934B-9D308598B6F0}" type="pres">
      <dgm:prSet presAssocID="{12F7345F-6F3C-4C94-8F2B-61F5D99FB662}" presName="bgRect" presStyleLbl="bgShp" presStyleIdx="1" presStyleCnt="2"/>
      <dgm:spPr/>
    </dgm:pt>
    <dgm:pt modelId="{67CA7BB7-C0E3-4825-9DA8-C81E812A2836}" type="pres">
      <dgm:prSet presAssocID="{12F7345F-6F3C-4C94-8F2B-61F5D99FB6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0F1119DB-3419-4C9A-846F-D3BD76624D5D}" type="pres">
      <dgm:prSet presAssocID="{12F7345F-6F3C-4C94-8F2B-61F5D99FB662}" presName="spaceRect" presStyleCnt="0"/>
      <dgm:spPr/>
    </dgm:pt>
    <dgm:pt modelId="{B67E961B-2533-49AE-BC78-3373F7CC13FC}" type="pres">
      <dgm:prSet presAssocID="{12F7345F-6F3C-4C94-8F2B-61F5D99FB66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21AEA23-CF49-4326-8192-14C267F0F831}" type="presOf" srcId="{F952B808-6B2A-4CA3-BF80-1777ED80BFD1}" destId="{D729F28E-EB77-4F40-A441-0FD8498156C6}" srcOrd="0" destOrd="0" presId="urn:microsoft.com/office/officeart/2018/2/layout/IconVerticalSolidList"/>
    <dgm:cxn modelId="{67EE5F2D-8515-4158-B102-38CA0D04EC09}" type="presOf" srcId="{12F7345F-6F3C-4C94-8F2B-61F5D99FB662}" destId="{B67E961B-2533-49AE-BC78-3373F7CC13FC}" srcOrd="0" destOrd="0" presId="urn:microsoft.com/office/officeart/2018/2/layout/IconVerticalSolidList"/>
    <dgm:cxn modelId="{A6AA7141-B956-4CF6-9313-DE0757E24C34}" srcId="{775B5953-3445-4A2B-9F47-094F347F4A31}" destId="{12F7345F-6F3C-4C94-8F2B-61F5D99FB662}" srcOrd="1" destOrd="0" parTransId="{A73A96E9-7B3A-4F84-A49E-33D7D0781C94}" sibTransId="{FA6A0A62-F21B-4745-9D16-45345AF8BCB7}"/>
    <dgm:cxn modelId="{10E79E76-EA4C-4596-9E1C-0F403AD2AC66}" srcId="{775B5953-3445-4A2B-9F47-094F347F4A31}" destId="{F952B808-6B2A-4CA3-BF80-1777ED80BFD1}" srcOrd="0" destOrd="0" parTransId="{9E3A75B5-1749-4982-8B43-BA47B3F9C045}" sibTransId="{572BA94F-DFF4-43F8-B395-B962031A9C38}"/>
    <dgm:cxn modelId="{412FAA76-E08F-453A-81E9-026B7BEEC880}" type="presOf" srcId="{775B5953-3445-4A2B-9F47-094F347F4A31}" destId="{F813FE6E-19EB-4489-A124-93C6B8A44B9D}" srcOrd="0" destOrd="0" presId="urn:microsoft.com/office/officeart/2018/2/layout/IconVerticalSolidList"/>
    <dgm:cxn modelId="{3B7C9764-216D-4670-AFFC-A65876524605}" type="presParOf" srcId="{F813FE6E-19EB-4489-A124-93C6B8A44B9D}" destId="{59247472-8125-4A5A-A2C4-918EDE5CC95C}" srcOrd="0" destOrd="0" presId="urn:microsoft.com/office/officeart/2018/2/layout/IconVerticalSolidList"/>
    <dgm:cxn modelId="{3771C31C-CD7E-4E30-A493-3939FA1181F2}" type="presParOf" srcId="{59247472-8125-4A5A-A2C4-918EDE5CC95C}" destId="{BD5DC509-5AEB-4F37-B57A-9BBFA32CE7D1}" srcOrd="0" destOrd="0" presId="urn:microsoft.com/office/officeart/2018/2/layout/IconVerticalSolidList"/>
    <dgm:cxn modelId="{F9C2391B-D36B-4ECB-9269-2F89A843EA31}" type="presParOf" srcId="{59247472-8125-4A5A-A2C4-918EDE5CC95C}" destId="{94F41D03-1982-45E6-AD16-2C50D40D5FB4}" srcOrd="1" destOrd="0" presId="urn:microsoft.com/office/officeart/2018/2/layout/IconVerticalSolidList"/>
    <dgm:cxn modelId="{3611ED57-6A9F-453D-9A5B-FA129CD5487F}" type="presParOf" srcId="{59247472-8125-4A5A-A2C4-918EDE5CC95C}" destId="{02BCDC26-056A-43B7-9A18-B3353788E218}" srcOrd="2" destOrd="0" presId="urn:microsoft.com/office/officeart/2018/2/layout/IconVerticalSolidList"/>
    <dgm:cxn modelId="{46449914-B7AA-4BBA-AD17-4597D1E2D602}" type="presParOf" srcId="{59247472-8125-4A5A-A2C4-918EDE5CC95C}" destId="{D729F28E-EB77-4F40-A441-0FD8498156C6}" srcOrd="3" destOrd="0" presId="urn:microsoft.com/office/officeart/2018/2/layout/IconVerticalSolidList"/>
    <dgm:cxn modelId="{7A9D6A29-7350-4D16-90C7-2FDE86BC348A}" type="presParOf" srcId="{F813FE6E-19EB-4489-A124-93C6B8A44B9D}" destId="{A7876655-B2AA-4743-9397-F1E1D816A264}" srcOrd="1" destOrd="0" presId="urn:microsoft.com/office/officeart/2018/2/layout/IconVerticalSolidList"/>
    <dgm:cxn modelId="{60933A71-B796-4ADA-BA53-57D9763E707B}" type="presParOf" srcId="{F813FE6E-19EB-4489-A124-93C6B8A44B9D}" destId="{A9C9DB2A-73CF-40E6-9CB3-94D1D49FE508}" srcOrd="2" destOrd="0" presId="urn:microsoft.com/office/officeart/2018/2/layout/IconVerticalSolidList"/>
    <dgm:cxn modelId="{99AB556E-E403-4D3E-9ACE-AB137442F5DB}" type="presParOf" srcId="{A9C9DB2A-73CF-40E6-9CB3-94D1D49FE508}" destId="{B4C56DA2-0BA4-437B-934B-9D308598B6F0}" srcOrd="0" destOrd="0" presId="urn:microsoft.com/office/officeart/2018/2/layout/IconVerticalSolidList"/>
    <dgm:cxn modelId="{316075A7-3525-4A0D-8B58-2B243186A0AE}" type="presParOf" srcId="{A9C9DB2A-73CF-40E6-9CB3-94D1D49FE508}" destId="{67CA7BB7-C0E3-4825-9DA8-C81E812A2836}" srcOrd="1" destOrd="0" presId="urn:microsoft.com/office/officeart/2018/2/layout/IconVerticalSolidList"/>
    <dgm:cxn modelId="{08A01E83-354C-47D9-9C57-DD5FACE998E2}" type="presParOf" srcId="{A9C9DB2A-73CF-40E6-9CB3-94D1D49FE508}" destId="{0F1119DB-3419-4C9A-846F-D3BD76624D5D}" srcOrd="2" destOrd="0" presId="urn:microsoft.com/office/officeart/2018/2/layout/IconVerticalSolidList"/>
    <dgm:cxn modelId="{0E1F1981-5DD2-4357-ADC4-682EEF31CD25}" type="presParOf" srcId="{A9C9DB2A-73CF-40E6-9CB3-94D1D49FE508}" destId="{B67E961B-2533-49AE-BC78-3373F7CC13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C43214-A0F3-4844-AF51-A81912929F6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780087-1198-4034-8842-8DDB8DEF9471}">
      <dgm:prSet/>
      <dgm:spPr/>
      <dgm:t>
        <a:bodyPr/>
        <a:lstStyle/>
        <a:p>
          <a:r>
            <a:rPr lang="en-US"/>
            <a:t>Ideally an app where any golfer can create an account and track the entire aspect of their game </a:t>
          </a:r>
        </a:p>
      </dgm:t>
    </dgm:pt>
    <dgm:pt modelId="{15F8EE1C-23FA-4295-B459-79F33429AA49}" type="parTrans" cxnId="{1C63636A-8AC2-4B5E-A9EA-49B1B7485D74}">
      <dgm:prSet/>
      <dgm:spPr/>
      <dgm:t>
        <a:bodyPr/>
        <a:lstStyle/>
        <a:p>
          <a:endParaRPr lang="en-US"/>
        </a:p>
      </dgm:t>
    </dgm:pt>
    <dgm:pt modelId="{47BCEC70-30EF-49CF-9158-BE8EAC199C66}" type="sibTrans" cxnId="{1C63636A-8AC2-4B5E-A9EA-49B1B7485D74}">
      <dgm:prSet/>
      <dgm:spPr/>
      <dgm:t>
        <a:bodyPr/>
        <a:lstStyle/>
        <a:p>
          <a:endParaRPr lang="en-US"/>
        </a:p>
      </dgm:t>
    </dgm:pt>
    <dgm:pt modelId="{6809409B-E8A3-4273-844B-B73E6F36B93B}">
      <dgm:prSet/>
      <dgm:spPr/>
      <dgm:t>
        <a:bodyPr/>
        <a:lstStyle/>
        <a:p>
          <a:r>
            <a:rPr lang="en-US" dirty="0"/>
            <a:t>Allows golfers to keep track of their progress and also find ways to improve all in one place </a:t>
          </a:r>
        </a:p>
      </dgm:t>
    </dgm:pt>
    <dgm:pt modelId="{EED80C01-9EDA-41B5-8465-2C7DA62978F5}" type="parTrans" cxnId="{3AF70421-93EE-405C-9DCF-D3C6E1C91333}">
      <dgm:prSet/>
      <dgm:spPr/>
      <dgm:t>
        <a:bodyPr/>
        <a:lstStyle/>
        <a:p>
          <a:endParaRPr lang="en-US"/>
        </a:p>
      </dgm:t>
    </dgm:pt>
    <dgm:pt modelId="{5621283C-50F0-4071-8B1C-88F2E9111C8B}" type="sibTrans" cxnId="{3AF70421-93EE-405C-9DCF-D3C6E1C91333}">
      <dgm:prSet/>
      <dgm:spPr/>
      <dgm:t>
        <a:bodyPr/>
        <a:lstStyle/>
        <a:p>
          <a:endParaRPr lang="en-US"/>
        </a:p>
      </dgm:t>
    </dgm:pt>
    <dgm:pt modelId="{F0703455-589F-4048-9A68-2A6ECF5536D4}">
      <dgm:prSet/>
      <dgm:spPr/>
      <dgm:t>
        <a:bodyPr/>
        <a:lstStyle/>
        <a:p>
          <a:r>
            <a:rPr lang="en-US"/>
            <a:t>Possibly the ability to see friend’s profiles to compare aspects of your game with others </a:t>
          </a:r>
        </a:p>
      </dgm:t>
    </dgm:pt>
    <dgm:pt modelId="{09518CF8-0BCD-4CF7-A708-4066B1635568}" type="parTrans" cxnId="{E31C4853-31A0-4F65-9C5E-8F7D60DA8069}">
      <dgm:prSet/>
      <dgm:spPr/>
      <dgm:t>
        <a:bodyPr/>
        <a:lstStyle/>
        <a:p>
          <a:endParaRPr lang="en-US"/>
        </a:p>
      </dgm:t>
    </dgm:pt>
    <dgm:pt modelId="{C7251B5D-2523-49CC-9B22-A120746CF0E4}" type="sibTrans" cxnId="{E31C4853-31A0-4F65-9C5E-8F7D60DA8069}">
      <dgm:prSet/>
      <dgm:spPr/>
      <dgm:t>
        <a:bodyPr/>
        <a:lstStyle/>
        <a:p>
          <a:endParaRPr lang="en-US"/>
        </a:p>
      </dgm:t>
    </dgm:pt>
    <dgm:pt modelId="{E35D47D8-EC44-C149-997D-2B29E6CA04AE}" type="pres">
      <dgm:prSet presAssocID="{89C43214-A0F3-4844-AF51-A81912929F6C}" presName="linear" presStyleCnt="0">
        <dgm:presLayoutVars>
          <dgm:animLvl val="lvl"/>
          <dgm:resizeHandles val="exact"/>
        </dgm:presLayoutVars>
      </dgm:prSet>
      <dgm:spPr/>
    </dgm:pt>
    <dgm:pt modelId="{4F48153C-8B31-3C45-A02C-AC84CAE7E7A7}" type="pres">
      <dgm:prSet presAssocID="{85780087-1198-4034-8842-8DDB8DEF94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572622-208E-D64C-865A-F3AD969BABBC}" type="pres">
      <dgm:prSet presAssocID="{47BCEC70-30EF-49CF-9158-BE8EAC199C66}" presName="spacer" presStyleCnt="0"/>
      <dgm:spPr/>
    </dgm:pt>
    <dgm:pt modelId="{826D9C9E-4AE8-EF46-8E12-C19708EE7740}" type="pres">
      <dgm:prSet presAssocID="{6809409B-E8A3-4273-844B-B73E6F36B93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9CA5DB-3B96-8644-90CD-3E583528ECB5}" type="pres">
      <dgm:prSet presAssocID="{5621283C-50F0-4071-8B1C-88F2E9111C8B}" presName="spacer" presStyleCnt="0"/>
      <dgm:spPr/>
    </dgm:pt>
    <dgm:pt modelId="{EC0A080D-E570-F54F-81AA-032D092FE730}" type="pres">
      <dgm:prSet presAssocID="{F0703455-589F-4048-9A68-2A6ECF5536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F70421-93EE-405C-9DCF-D3C6E1C91333}" srcId="{89C43214-A0F3-4844-AF51-A81912929F6C}" destId="{6809409B-E8A3-4273-844B-B73E6F36B93B}" srcOrd="1" destOrd="0" parTransId="{EED80C01-9EDA-41B5-8465-2C7DA62978F5}" sibTransId="{5621283C-50F0-4071-8B1C-88F2E9111C8B}"/>
    <dgm:cxn modelId="{9C688D2B-5DCA-2142-9FF1-FA13BDC8EE7A}" type="presOf" srcId="{F0703455-589F-4048-9A68-2A6ECF5536D4}" destId="{EC0A080D-E570-F54F-81AA-032D092FE730}" srcOrd="0" destOrd="0" presId="urn:microsoft.com/office/officeart/2005/8/layout/vList2"/>
    <dgm:cxn modelId="{E31C4853-31A0-4F65-9C5E-8F7D60DA8069}" srcId="{89C43214-A0F3-4844-AF51-A81912929F6C}" destId="{F0703455-589F-4048-9A68-2A6ECF5536D4}" srcOrd="2" destOrd="0" parTransId="{09518CF8-0BCD-4CF7-A708-4066B1635568}" sibTransId="{C7251B5D-2523-49CC-9B22-A120746CF0E4}"/>
    <dgm:cxn modelId="{BA27DB5B-7932-2040-962A-103D04A47A0C}" type="presOf" srcId="{85780087-1198-4034-8842-8DDB8DEF9471}" destId="{4F48153C-8B31-3C45-A02C-AC84CAE7E7A7}" srcOrd="0" destOrd="0" presId="urn:microsoft.com/office/officeart/2005/8/layout/vList2"/>
    <dgm:cxn modelId="{1C63636A-8AC2-4B5E-A9EA-49B1B7485D74}" srcId="{89C43214-A0F3-4844-AF51-A81912929F6C}" destId="{85780087-1198-4034-8842-8DDB8DEF9471}" srcOrd="0" destOrd="0" parTransId="{15F8EE1C-23FA-4295-B459-79F33429AA49}" sibTransId="{47BCEC70-30EF-49CF-9158-BE8EAC199C66}"/>
    <dgm:cxn modelId="{4254DD99-339A-AE4E-B60E-0BB5C7390B5D}" type="presOf" srcId="{6809409B-E8A3-4273-844B-B73E6F36B93B}" destId="{826D9C9E-4AE8-EF46-8E12-C19708EE7740}" srcOrd="0" destOrd="0" presId="urn:microsoft.com/office/officeart/2005/8/layout/vList2"/>
    <dgm:cxn modelId="{4435ABE0-4460-A745-B300-441A8FE81B01}" type="presOf" srcId="{89C43214-A0F3-4844-AF51-A81912929F6C}" destId="{E35D47D8-EC44-C149-997D-2B29E6CA04AE}" srcOrd="0" destOrd="0" presId="urn:microsoft.com/office/officeart/2005/8/layout/vList2"/>
    <dgm:cxn modelId="{3EDB2AD0-17DE-DC40-8B1D-661B81214489}" type="presParOf" srcId="{E35D47D8-EC44-C149-997D-2B29E6CA04AE}" destId="{4F48153C-8B31-3C45-A02C-AC84CAE7E7A7}" srcOrd="0" destOrd="0" presId="urn:microsoft.com/office/officeart/2005/8/layout/vList2"/>
    <dgm:cxn modelId="{8B9DBDC7-37F9-8D4F-B9A7-C4B5DE2D3EA8}" type="presParOf" srcId="{E35D47D8-EC44-C149-997D-2B29E6CA04AE}" destId="{EB572622-208E-D64C-865A-F3AD969BABBC}" srcOrd="1" destOrd="0" presId="urn:microsoft.com/office/officeart/2005/8/layout/vList2"/>
    <dgm:cxn modelId="{3B463997-D4B4-9F47-896C-B43BD0BC6BA7}" type="presParOf" srcId="{E35D47D8-EC44-C149-997D-2B29E6CA04AE}" destId="{826D9C9E-4AE8-EF46-8E12-C19708EE7740}" srcOrd="2" destOrd="0" presId="urn:microsoft.com/office/officeart/2005/8/layout/vList2"/>
    <dgm:cxn modelId="{E3587E38-7172-2645-A12E-105A5619F62C}" type="presParOf" srcId="{E35D47D8-EC44-C149-997D-2B29E6CA04AE}" destId="{399CA5DB-3B96-8644-90CD-3E583528ECB5}" srcOrd="3" destOrd="0" presId="urn:microsoft.com/office/officeart/2005/8/layout/vList2"/>
    <dgm:cxn modelId="{CA42CA0E-6489-F344-ABE8-670B994BCD07}" type="presParOf" srcId="{E35D47D8-EC44-C149-997D-2B29E6CA04AE}" destId="{EC0A080D-E570-F54F-81AA-032D092FE73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EFE3B-471A-4210-9CB6-57A6219907AF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C169A-FB63-424E-9016-0E2473F00508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6657D-C1A7-492A-A9CF-56AE80A4F824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Allows entry of not only score but also stats such as greens in regulation, if the fairway was hit, and putts </a:t>
          </a:r>
        </a:p>
      </dsp:txBody>
      <dsp:txXfrm>
        <a:off x="1437631" y="531"/>
        <a:ext cx="9077968" cy="1244702"/>
      </dsp:txXfrm>
    </dsp:sp>
    <dsp:sp modelId="{E73A49AD-67B5-4FB0-B61C-AC62A32761D6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8C835-563E-4B77-8B18-C44BBCB14276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00C7C-C0F9-4666-A9B8-B674DE907E66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Long term storage of scores and statistics that allow the user to track progress over long periods of time and see the trends in specific parts of their game </a:t>
          </a:r>
        </a:p>
      </dsp:txBody>
      <dsp:txXfrm>
        <a:off x="1437631" y="1556410"/>
        <a:ext cx="9077968" cy="1244702"/>
      </dsp:txXfrm>
    </dsp:sp>
    <dsp:sp modelId="{BC21186B-FAE4-45E0-8BED-45470CF369F9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381AD-7004-4DF6-ABD4-64F305ECF717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1617E-2D0B-4CF8-A08A-D8856B4B0840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Incorporate some sort of inference model to analyze the statistics of a player’s game and recommend areas to work on and/or how to improve those areas </a:t>
          </a:r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5DC509-5AEB-4F37-B57A-9BBFA32CE7D1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41D03-1982-45E6-AD16-2C50D40D5FB4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9F28E-EB77-4F40-A441-0FD8498156C6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Incorporate some sort of database of golf course information so that users have the ability to track data on any course they play</a:t>
          </a:r>
        </a:p>
      </dsp:txBody>
      <dsp:txXfrm>
        <a:off x="1509882" y="708097"/>
        <a:ext cx="9005717" cy="1307257"/>
      </dsp:txXfrm>
    </dsp:sp>
    <dsp:sp modelId="{B4C56DA2-0BA4-437B-934B-9D308598B6F0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A7BB7-C0E3-4825-9DA8-C81E812A2836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E961B-2533-49AE-BC78-3373F7CC13FC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Allow the user to add notes to each hole if there was some sort of circumstance that affected the hole (</a:t>
          </a:r>
          <a:r>
            <a:rPr lang="en-US" sz="1800" kern="1200" dirty="0" err="1"/>
            <a:t>eg.</a:t>
          </a:r>
          <a:r>
            <a:rPr lang="en-US" sz="1800" kern="1200" dirty="0"/>
            <a:t> Ball was in a divot on approach shot, bounced off a sprinkler head on the approach and would’ve been on the green) and allow the inference model to take this into account  when providing feedback on a round </a:t>
          </a:r>
        </a:p>
      </dsp:txBody>
      <dsp:txXfrm>
        <a:off x="1509882" y="2342169"/>
        <a:ext cx="9005717" cy="13072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8153C-8B31-3C45-A02C-AC84CAE7E7A7}">
      <dsp:nvSpPr>
        <dsp:cNvPr id="0" name=""/>
        <dsp:cNvSpPr/>
      </dsp:nvSpPr>
      <dsp:spPr>
        <a:xfrm>
          <a:off x="0" y="691852"/>
          <a:ext cx="4828172" cy="13747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Ideally an app where any golfer can create an account and track the entire aspect of their game </a:t>
          </a:r>
        </a:p>
      </dsp:txBody>
      <dsp:txXfrm>
        <a:off x="67110" y="758962"/>
        <a:ext cx="4693952" cy="1240530"/>
      </dsp:txXfrm>
    </dsp:sp>
    <dsp:sp modelId="{826D9C9E-4AE8-EF46-8E12-C19708EE7740}">
      <dsp:nvSpPr>
        <dsp:cNvPr id="0" name=""/>
        <dsp:cNvSpPr/>
      </dsp:nvSpPr>
      <dsp:spPr>
        <a:xfrm>
          <a:off x="0" y="2138602"/>
          <a:ext cx="4828172" cy="137475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Allows golfers to keep track of their progress and also find ways to improve all in one place </a:t>
          </a:r>
        </a:p>
      </dsp:txBody>
      <dsp:txXfrm>
        <a:off x="67110" y="2205712"/>
        <a:ext cx="4693952" cy="1240530"/>
      </dsp:txXfrm>
    </dsp:sp>
    <dsp:sp modelId="{EC0A080D-E570-F54F-81AA-032D092FE730}">
      <dsp:nvSpPr>
        <dsp:cNvPr id="0" name=""/>
        <dsp:cNvSpPr/>
      </dsp:nvSpPr>
      <dsp:spPr>
        <a:xfrm>
          <a:off x="0" y="3585352"/>
          <a:ext cx="4828172" cy="137475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Possibly the ability to see friend’s profiles to compare aspects of your game with others </a:t>
          </a:r>
        </a:p>
      </dsp:txBody>
      <dsp:txXfrm>
        <a:off x="67110" y="3652462"/>
        <a:ext cx="4693952" cy="1240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C3CF-E285-BEE8-A3F6-9C15B8370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C9647-CF73-AB51-B0E0-031816B49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24AD4-B4F8-D05D-4BDD-4BB36E42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02DBF-1D90-FAAF-D41F-BADB0180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04F93-123B-4EF6-B5F0-0472E46F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4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64F1-C7CF-554F-E298-DEEF4785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ADD59-EB2D-0F8A-76A8-89451F3D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09FAA-AFDD-C19C-95FE-2A886F76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11861-10D6-29A2-1731-5E856D39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1673-92AE-7D6C-4546-7CCCFA62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40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5CFE-50FC-B375-8CF1-B38347C9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0CDE7-5E8A-7545-2FF2-FFF6EFE0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588B0-FC62-30C8-4161-ACCB57EA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D083C-3F17-906E-C67E-73F93F2C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99A74-B8F2-1B72-C961-EEF5E26F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5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C497-80F6-CA61-2BF5-D34A56D5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F0B8-3C17-4D6E-2AEC-0A86CD32F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141BD-F6FA-EB72-98F5-73BA91276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EAFD6-3B30-D22A-94E1-6312E235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928C4-F59C-88A2-D5D3-99E0B233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44E28-FD2C-6E7E-A4FF-425AE27E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3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7E71-A1C5-FA21-68EC-2470609D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BFFD-F3BA-A40C-B6E6-1FBBC38A5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15177-1B15-FEC0-C4BF-06A745856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BF1CF-EA46-93FC-43FA-33A17E74C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F7674-B40C-E6A1-2DAF-2140001B2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976931-668E-933F-49D6-5B871B69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A2D8B-FFF8-2B99-7EFB-BAD4659D5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1D0EA-E2B3-1CBE-5D19-C6176A16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4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0201-3D64-0944-945D-9166D980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68E0A-1A08-5DCB-3835-F947ED42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B2AE9-33FD-BA2C-869B-29257119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57EBC-6AAD-A420-A1F1-BE2DDE24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9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1B70A-D64C-4930-9E20-627601DB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94299-56EA-9747-9C5F-C6D717AC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CFF2E-AB88-AAFA-6C5D-DD18FCE2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0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3738-4B83-AC2D-A1A6-84F716D1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4DAD3-D779-D7CA-8798-1295C105D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51A65-69F4-0BCB-C769-EF7B6E35F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6328A-CE99-E81D-8E3A-FF128952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00637-10A2-7255-8695-2833E0D5B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022DE-3D07-4C4B-F1DC-E54E66A2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61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5722-7565-D6DC-FACF-85721447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DA92B-B168-5275-4EF6-905538633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37A29-6214-C7BE-1CE0-00439D6CE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A8A21-619D-2246-A080-5F8140B5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A8EBF-8E53-3D55-E03A-558DD334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2B705-3244-FFDF-2B6D-65D7FFB9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256B-BC1D-6E5D-29DD-2F7E3428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709A1-365C-E9B3-ED2B-AAA60265B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D880F-411F-3E1A-6A2F-77516016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E0FF-B57B-AB3F-2F48-57EBEE46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5F932-9D50-5069-57D3-2AB587F8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2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1EAF2-EF3D-5BC6-3776-F9D1B50DC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13D0A-86E2-6D55-A902-8FA44395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6859E-972B-BC28-282B-8AFC5A1A3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85A24-1D1F-E722-0033-BBB44660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B27C-6E99-1DF0-83B9-2A36A08B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0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5E82E-8621-A404-4B55-BE38BB59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5124B-0268-9AE3-7FCD-EF4265318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B8C9-C1C7-72DF-0069-82632C427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7018A-5897-8F45-8510-44FE5E63DF6F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EBE65-A4F8-5100-0ABD-544B97F25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73FE-1CF0-A19C-E401-CD153F349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8FA66-265A-504C-B869-4CDD4D62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0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AE581F-BC4B-083E-C5A6-27E2FC9FA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385" y="841248"/>
            <a:ext cx="51296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Problem: </a:t>
            </a:r>
            <a:b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404EF-7114-1AAD-D7F2-9B82943FA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Golf apps do not track the full aspect of the game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Apps also do not provide feedback on your game or give tips on what to improve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Hard to track your specific progress over long periods of time on certain areas of your game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3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BEE48-43F8-F125-7E53-3E7812E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651E72-233B-639E-93B1-3BC47A795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48164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989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D7A11-7D30-F68D-6EAC-3305DD9C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Solution cont.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B6D3B0-7660-11B0-6ABA-86CA3A589D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23537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436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77CF1C-B62E-0852-16FD-82596CDE0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Result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973989-88C5-0591-0C70-972E01B13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899006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32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269</Words>
  <Application>Microsoft Macintosh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Problem:  </vt:lpstr>
      <vt:lpstr>Solution</vt:lpstr>
      <vt:lpstr>Solution cont.</vt:lpstr>
      <vt:lpstr>Result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Gray, Tad</dc:creator>
  <cp:lastModifiedBy>Gray, Tad</cp:lastModifiedBy>
  <cp:revision>1</cp:revision>
  <dcterms:created xsi:type="dcterms:W3CDTF">2026-01-20T16:39:57Z</dcterms:created>
  <dcterms:modified xsi:type="dcterms:W3CDTF">2026-01-20T16:56:34Z</dcterms:modified>
</cp:coreProperties>
</file>